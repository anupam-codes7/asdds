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332BAF-3BF2-4BA3-8ECF-F5C01E33A623}" v="5" dt="2026-08-08T23:00:27.7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pam Das" userId="db1359278e50bd84" providerId="LiveId" clId="{853E1997-5B08-46F8-940B-1D284CDAF4EA}"/>
    <pc:docChg chg="modSld modMainMaster">
      <pc:chgData name="Anupam Das" userId="db1359278e50bd84" providerId="LiveId" clId="{853E1997-5B08-46F8-940B-1D284CDAF4EA}" dt="2026-08-08T23:00:27.758" v="4"/>
      <pc:docMkLst>
        <pc:docMk/>
      </pc:docMkLst>
      <pc:sldChg chg="modTransition">
        <pc:chgData name="Anupam Das" userId="db1359278e50bd84" providerId="LiveId" clId="{853E1997-5B08-46F8-940B-1D284CDAF4EA}" dt="2026-08-08T23:00:27.758" v="4"/>
        <pc:sldMkLst>
          <pc:docMk/>
          <pc:sldMk cId="2274088032" sldId="256"/>
        </pc:sldMkLst>
      </pc:sldChg>
      <pc:sldChg chg="modTransition">
        <pc:chgData name="Anupam Das" userId="db1359278e50bd84" providerId="LiveId" clId="{853E1997-5B08-46F8-940B-1D284CDAF4EA}" dt="2026-08-08T23:00:27.758" v="4"/>
        <pc:sldMkLst>
          <pc:docMk/>
          <pc:sldMk cId="4126777319" sldId="257"/>
        </pc:sldMkLst>
      </pc:sldChg>
      <pc:sldChg chg="modTransition">
        <pc:chgData name="Anupam Das" userId="db1359278e50bd84" providerId="LiveId" clId="{853E1997-5B08-46F8-940B-1D284CDAF4EA}" dt="2026-08-08T23:00:27.758" v="4"/>
        <pc:sldMkLst>
          <pc:docMk/>
          <pc:sldMk cId="3909030025" sldId="258"/>
        </pc:sldMkLst>
      </pc:sldChg>
      <pc:sldChg chg="modTransition">
        <pc:chgData name="Anupam Das" userId="db1359278e50bd84" providerId="LiveId" clId="{853E1997-5B08-46F8-940B-1D284CDAF4EA}" dt="2026-08-08T23:00:27.758" v="4"/>
        <pc:sldMkLst>
          <pc:docMk/>
          <pc:sldMk cId="476132686" sldId="259"/>
        </pc:sldMkLst>
      </pc:sldChg>
      <pc:sldChg chg="modTransition">
        <pc:chgData name="Anupam Das" userId="db1359278e50bd84" providerId="LiveId" clId="{853E1997-5B08-46F8-940B-1D284CDAF4EA}" dt="2026-08-08T23:00:27.758" v="4"/>
        <pc:sldMkLst>
          <pc:docMk/>
          <pc:sldMk cId="1815719003" sldId="260"/>
        </pc:sldMkLst>
      </pc:sldChg>
      <pc:sldChg chg="modTransition">
        <pc:chgData name="Anupam Das" userId="db1359278e50bd84" providerId="LiveId" clId="{853E1997-5B08-46F8-940B-1D284CDAF4EA}" dt="2026-08-08T23:00:27.758" v="4"/>
        <pc:sldMkLst>
          <pc:docMk/>
          <pc:sldMk cId="1279784801" sldId="261"/>
        </pc:sldMkLst>
      </pc:sldChg>
      <pc:sldChg chg="modTransition">
        <pc:chgData name="Anupam Das" userId="db1359278e50bd84" providerId="LiveId" clId="{853E1997-5B08-46F8-940B-1D284CDAF4EA}" dt="2026-08-08T23:00:27.758" v="4"/>
        <pc:sldMkLst>
          <pc:docMk/>
          <pc:sldMk cId="3637562381" sldId="262"/>
        </pc:sldMkLst>
      </pc:sldChg>
      <pc:sldChg chg="modTransition">
        <pc:chgData name="Anupam Das" userId="db1359278e50bd84" providerId="LiveId" clId="{853E1997-5B08-46F8-940B-1D284CDAF4EA}" dt="2026-08-08T23:00:27.758" v="4"/>
        <pc:sldMkLst>
          <pc:docMk/>
          <pc:sldMk cId="2732769737" sldId="263"/>
        </pc:sldMkLst>
      </pc:sldChg>
      <pc:sldMasterChg chg="modTransition modSldLayout">
        <pc:chgData name="Anupam Das" userId="db1359278e50bd84" providerId="LiveId" clId="{853E1997-5B08-46F8-940B-1D284CDAF4EA}" dt="2026-08-08T23:00:27.758" v="4"/>
        <pc:sldMasterMkLst>
          <pc:docMk/>
          <pc:sldMasterMk cId="3663970815" sldId="2147483648"/>
        </pc:sldMasterMkLst>
        <pc:sldLayoutChg chg="modTransition">
          <pc:chgData name="Anupam Das" userId="db1359278e50bd84" providerId="LiveId" clId="{853E1997-5B08-46F8-940B-1D284CDAF4EA}" dt="2026-08-08T23:00:27.758" v="4"/>
          <pc:sldLayoutMkLst>
            <pc:docMk/>
            <pc:sldMasterMk cId="3663970815" sldId="2147483648"/>
            <pc:sldLayoutMk cId="794821080" sldId="2147483649"/>
          </pc:sldLayoutMkLst>
        </pc:sldLayoutChg>
        <pc:sldLayoutChg chg="modTransition">
          <pc:chgData name="Anupam Das" userId="db1359278e50bd84" providerId="LiveId" clId="{853E1997-5B08-46F8-940B-1D284CDAF4EA}" dt="2026-08-08T23:00:27.758" v="4"/>
          <pc:sldLayoutMkLst>
            <pc:docMk/>
            <pc:sldMasterMk cId="3663970815" sldId="2147483648"/>
            <pc:sldLayoutMk cId="2785075807" sldId="2147483650"/>
          </pc:sldLayoutMkLst>
        </pc:sldLayoutChg>
        <pc:sldLayoutChg chg="modTransition">
          <pc:chgData name="Anupam Das" userId="db1359278e50bd84" providerId="LiveId" clId="{853E1997-5B08-46F8-940B-1D284CDAF4EA}" dt="2026-08-08T23:00:27.758" v="4"/>
          <pc:sldLayoutMkLst>
            <pc:docMk/>
            <pc:sldMasterMk cId="3663970815" sldId="2147483648"/>
            <pc:sldLayoutMk cId="691640645" sldId="2147483651"/>
          </pc:sldLayoutMkLst>
        </pc:sldLayoutChg>
        <pc:sldLayoutChg chg="modTransition">
          <pc:chgData name="Anupam Das" userId="db1359278e50bd84" providerId="LiveId" clId="{853E1997-5B08-46F8-940B-1D284CDAF4EA}" dt="2026-08-08T23:00:27.758" v="4"/>
          <pc:sldLayoutMkLst>
            <pc:docMk/>
            <pc:sldMasterMk cId="3663970815" sldId="2147483648"/>
            <pc:sldLayoutMk cId="2461160859" sldId="2147483652"/>
          </pc:sldLayoutMkLst>
        </pc:sldLayoutChg>
        <pc:sldLayoutChg chg="modTransition">
          <pc:chgData name="Anupam Das" userId="db1359278e50bd84" providerId="LiveId" clId="{853E1997-5B08-46F8-940B-1D284CDAF4EA}" dt="2026-08-08T23:00:27.758" v="4"/>
          <pc:sldLayoutMkLst>
            <pc:docMk/>
            <pc:sldMasterMk cId="3663970815" sldId="2147483648"/>
            <pc:sldLayoutMk cId="810892836" sldId="2147483653"/>
          </pc:sldLayoutMkLst>
        </pc:sldLayoutChg>
        <pc:sldLayoutChg chg="modTransition">
          <pc:chgData name="Anupam Das" userId="db1359278e50bd84" providerId="LiveId" clId="{853E1997-5B08-46F8-940B-1D284CDAF4EA}" dt="2026-08-08T23:00:27.758" v="4"/>
          <pc:sldLayoutMkLst>
            <pc:docMk/>
            <pc:sldMasterMk cId="3663970815" sldId="2147483648"/>
            <pc:sldLayoutMk cId="2757926405" sldId="2147483654"/>
          </pc:sldLayoutMkLst>
        </pc:sldLayoutChg>
        <pc:sldLayoutChg chg="modTransition">
          <pc:chgData name="Anupam Das" userId="db1359278e50bd84" providerId="LiveId" clId="{853E1997-5B08-46F8-940B-1D284CDAF4EA}" dt="2026-08-08T23:00:27.758" v="4"/>
          <pc:sldLayoutMkLst>
            <pc:docMk/>
            <pc:sldMasterMk cId="3663970815" sldId="2147483648"/>
            <pc:sldLayoutMk cId="2301461168" sldId="2147483655"/>
          </pc:sldLayoutMkLst>
        </pc:sldLayoutChg>
        <pc:sldLayoutChg chg="modTransition">
          <pc:chgData name="Anupam Das" userId="db1359278e50bd84" providerId="LiveId" clId="{853E1997-5B08-46F8-940B-1D284CDAF4EA}" dt="2026-08-08T23:00:27.758" v="4"/>
          <pc:sldLayoutMkLst>
            <pc:docMk/>
            <pc:sldMasterMk cId="3663970815" sldId="2147483648"/>
            <pc:sldLayoutMk cId="2520501951" sldId="2147483656"/>
          </pc:sldLayoutMkLst>
        </pc:sldLayoutChg>
        <pc:sldLayoutChg chg="modTransition">
          <pc:chgData name="Anupam Das" userId="db1359278e50bd84" providerId="LiveId" clId="{853E1997-5B08-46F8-940B-1D284CDAF4EA}" dt="2026-08-08T23:00:27.758" v="4"/>
          <pc:sldLayoutMkLst>
            <pc:docMk/>
            <pc:sldMasterMk cId="3663970815" sldId="2147483648"/>
            <pc:sldLayoutMk cId="592599251" sldId="2147483657"/>
          </pc:sldLayoutMkLst>
        </pc:sldLayoutChg>
        <pc:sldLayoutChg chg="modTransition">
          <pc:chgData name="Anupam Das" userId="db1359278e50bd84" providerId="LiveId" clId="{853E1997-5B08-46F8-940B-1D284CDAF4EA}" dt="2026-08-08T23:00:27.758" v="4"/>
          <pc:sldLayoutMkLst>
            <pc:docMk/>
            <pc:sldMasterMk cId="3663970815" sldId="2147483648"/>
            <pc:sldLayoutMk cId="1481010849" sldId="2147483658"/>
          </pc:sldLayoutMkLst>
        </pc:sldLayoutChg>
        <pc:sldLayoutChg chg="modTransition">
          <pc:chgData name="Anupam Das" userId="db1359278e50bd84" providerId="LiveId" clId="{853E1997-5B08-46F8-940B-1D284CDAF4EA}" dt="2026-08-08T23:00:27.758" v="4"/>
          <pc:sldLayoutMkLst>
            <pc:docMk/>
            <pc:sldMasterMk cId="3663970815" sldId="2147483648"/>
            <pc:sldLayoutMk cId="147043064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D7885-05D2-E071-B778-476F8EAFD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3E428-70BF-C99F-5A28-57047350A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61074-C6DC-5016-F153-F12D364E6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10B-5456-47D5-9BBD-84867BCC0A1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93B28-D189-B319-4839-455F37E7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E7EF3-DCCA-9FD0-0AF1-026D467C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AB45-DA12-48E3-8E62-288E42A7D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821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C5DEF-82FC-5F81-38B7-10C8FA47D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77401-EA09-2323-0A04-2D9E76E4B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78440-8B8F-3E24-2E2F-DD9D678CB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10B-5456-47D5-9BBD-84867BCC0A1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CC2A4-4DFD-5413-7725-F387E15E4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CCD1D-7DA8-0413-06BB-A58B2C5B7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AB45-DA12-48E3-8E62-288E42A7D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075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2FBD3-9910-EBD7-7C1F-50B639BA3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9A966-09E7-A6E6-D9E9-877A0EC64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A3777-4DEC-80D7-C76F-3B416648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10B-5456-47D5-9BBD-84867BCC0A1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17946-5465-8F86-A784-8E9DB2D5D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666BF-B0AA-DBF2-69F9-9B728A3B7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AB45-DA12-48E3-8E62-288E42A7D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640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949FE-F330-C0AC-4C2B-C514BD419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75534-CCEF-DDB3-2735-EE47083A7A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2E3D05-D1C1-F8FA-199C-BA90E302C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FFD-3D97-14F9-2D30-2825C2C3C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10B-5456-47D5-9BBD-84867BCC0A1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8CA39-1275-32B9-F422-B958DCE62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30CD7-45A2-2630-2A8F-9ABD46F52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AB45-DA12-48E3-8E62-288E42A7D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608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3133-F309-91C0-7B44-F4E3CE208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EC73E-7AD9-9BE3-BFF6-F0E2EDAB2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1F97E3-998B-46F0-C209-B52604CA1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C389C-5B30-5D5F-3D03-747C9F917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90F8B0-B7EA-1F2C-3BEA-8B4AA65164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61B9E2-5C49-7611-5E53-65797EEBA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10B-5456-47D5-9BBD-84867BCC0A1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9E0066-D787-5901-7140-5C2AFF893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C8993B-6D37-9010-BED3-591E79303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AB45-DA12-48E3-8E62-288E42A7D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892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B4BAE-D11E-E52D-BC3B-63C5CFEA3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5F485D-ED09-F27F-2B85-4175189BC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10B-5456-47D5-9BBD-84867BCC0A1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107735-185A-54F2-FDB3-EB50D43E9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4F75AE-80E7-79C1-17F1-E000AB1DC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AB45-DA12-48E3-8E62-288E42A7D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926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EECAA7-BB35-BF7D-D077-5146D0C37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10B-5456-47D5-9BBD-84867BCC0A1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173F29-3555-94FA-D5BE-131443538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82D2C-514B-5B40-41AB-219E024EE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AB45-DA12-48E3-8E62-288E42A7D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461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34C8E-BF9C-FE16-EEE6-FFC10FBEB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61FC4-F3CB-CAC2-3854-6DEC71579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EA8F3-A509-677B-77E4-A19E63EA8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8A196-F847-97FC-F119-66748168B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10B-5456-47D5-9BBD-84867BCC0A1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3BD36-2016-A633-D408-48215604C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C9997-EC44-0E55-A398-C2BB24BB5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AB45-DA12-48E3-8E62-288E42A7D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501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60F2D-9D33-45F4-2F2D-C6C8394A4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0A56BA-CD2F-5424-5442-5C56BB2EF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EB4CD-60BA-D3E0-D2E0-D75AD2791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D4741-28B0-A55A-E60C-7DCF42740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10B-5456-47D5-9BBD-84867BCC0A1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51BC5-5CF6-0387-8D33-7612DBD1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E79C5-7A5D-6451-6F5F-0D11D635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AB45-DA12-48E3-8E62-288E42A7D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599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7CA12-0949-306E-9EBA-1706DAC4A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2F7893-1DE4-CE8F-E88A-5AB83F17E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DEE63-D48F-01D2-2DFF-CFDAEDBA4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10B-5456-47D5-9BBD-84867BCC0A1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B6BE4-3C84-3406-7AB2-8EDBBA33E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1D087-3752-1569-13A3-09B7794A0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AB45-DA12-48E3-8E62-288E42A7D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010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C7ED4C-6752-A614-09A2-81CD99E6A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D0A9EA-8862-5AA7-442F-02CF33C02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8E72F-4593-DE26-B559-FF074FC7C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C10B-5456-47D5-9BBD-84867BCC0A1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C1EDC-D42B-5C52-B54D-7B875770D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24B38-C9BE-03AF-72A3-928E0397D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CAB45-DA12-48E3-8E62-288E42A7D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43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CD0F5A-31D8-F16F-E53F-7E20E1939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0273F-3D3A-4210-0C1F-7BDACFFD4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786DE-8AEF-60C9-8C6B-AE74EE83F2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C9C10B-5456-47D5-9BBD-84867BCC0A1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4DE0E-B9A1-2A8C-8BBC-3EC39945C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80922-BD56-1383-A6AD-AA59B49B7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CAB45-DA12-48E3-8E62-288E42A7D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970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1660B-4C70-0DB3-D0C8-926783CA3B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9216A-A771-4924-BC61-23062F2AF5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375F3A-F2E6-97FB-EAA7-97C210DAA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88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CFB124C-4B0C-4A81-8633-17257B151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2006" y="569844"/>
            <a:ext cx="8427988" cy="5649981"/>
          </a:xfrm>
          <a:prstGeom prst="rect">
            <a:avLst/>
          </a:prstGeom>
          <a:ln>
            <a:noFill/>
          </a:ln>
          <a:effectLst>
            <a:outerShdw blurRad="317500" dist="317500" dir="7140000" sx="95000" sy="95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0BFE0CD-ACE1-5428-9E8A-3CD0BAC86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777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CFB124C-4B0C-4A81-8633-17257B151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2006" y="569844"/>
            <a:ext cx="8427988" cy="5649981"/>
          </a:xfrm>
          <a:prstGeom prst="rect">
            <a:avLst/>
          </a:prstGeom>
          <a:ln>
            <a:noFill/>
          </a:ln>
          <a:effectLst>
            <a:outerShdw blurRad="317500" dist="317500" dir="7140000" sx="95000" sy="95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C8F2166-8437-CACA-3379-63A55DBB9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30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C372F432-C7B2-A3E3-211D-F055916CC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78129"/>
            <a:ext cx="12188951" cy="692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132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A4675C-DB2B-DB92-D3F5-83FAE0BC5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719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65079-C655-E3DD-E727-FDD544F19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C09584-5A0A-ABD9-CA28-936078ABF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2706"/>
            <a:ext cx="12192000" cy="692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84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CFB124C-4B0C-4A81-8633-17257B151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2006" y="569844"/>
            <a:ext cx="8427988" cy="5649981"/>
          </a:xfrm>
          <a:prstGeom prst="rect">
            <a:avLst/>
          </a:prstGeom>
          <a:ln>
            <a:noFill/>
          </a:ln>
          <a:effectLst>
            <a:outerShdw blurRad="317500" dist="317500" dir="7140000" sx="95000" sy="95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BE919-E3CA-3F27-3A90-84CE6C5708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"/>
          <a:stretch>
            <a:fillRect/>
          </a:stretch>
        </p:blipFill>
        <p:spPr>
          <a:xfrm>
            <a:off x="0" y="0"/>
            <a:ext cx="12192000" cy="685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62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CFB124C-4B0C-4A81-8633-17257B151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2006" y="569844"/>
            <a:ext cx="8427988" cy="5649981"/>
          </a:xfrm>
          <a:prstGeom prst="rect">
            <a:avLst/>
          </a:prstGeom>
          <a:ln>
            <a:noFill/>
          </a:ln>
          <a:effectLst>
            <a:outerShdw blurRad="317500" dist="317500" dir="7140000" sx="95000" sy="95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7D9F28-68D4-B2D1-C6C4-8A40E006CA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769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Anupam Das</dc:creator>
  <cp:lastModifiedBy>Anupam Das</cp:lastModifiedBy>
  <cp:revision>1</cp:revision>
  <dcterms:created xsi:type="dcterms:W3CDTF">2026-08-08T22:46:48Z</dcterms:created>
  <dcterms:modified xsi:type="dcterms:W3CDTF">2026-08-08T23:00:36Z</dcterms:modified>
</cp:coreProperties>
</file>