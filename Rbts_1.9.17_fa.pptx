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42737-9AD1-DFEE-C2A7-84392A2D2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E578E-7934-3C44-D9B4-803DF26E0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ADF7F-DB1F-B124-AF86-2F247894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EE7-529B-46EA-95E4-99371AED8DF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81D2F-CDA7-FD85-0ABD-794C451E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3AFC4-47A6-6CB9-8EF2-228AD9A8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9940-4616-48B3-975D-2F804376B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8881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B94E1-C12C-25B6-D3B2-193BCC067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8070-F7C5-2000-8956-6AC1397E6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4AAC9-12A5-67C6-30DD-9C0BB14A1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EE7-529B-46EA-95E4-99371AED8DF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3FBA0-67FD-9D02-A611-3EDFFDC19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0213D-0898-FBE5-F944-455938BD6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9940-4616-48B3-975D-2F804376B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2203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1BD70-CA7A-5799-C985-D19D2BD7E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66E59-2149-9B59-EC8D-BE99B5B4E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9B565-DF09-809E-8A31-DD0586D59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EE7-529B-46EA-95E4-99371AED8DF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9FA2B-B40B-E631-91D1-CF136F507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B7451-52C7-7FC4-C461-1B41D10A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9940-4616-48B3-975D-2F804376B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1291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47417-F0CB-C594-7087-D08BDDFB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85CBD-2AA6-76C9-6E27-BFEC92A6C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5AD07-92A2-D433-BD25-3A4274951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DF73E-2A33-04F7-945B-25BBB3FA5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EE7-529B-46EA-95E4-99371AED8DF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35193-E7DE-1732-9D23-50F316A6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233EB-8344-3FA2-3E79-625625F2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9940-4616-48B3-975D-2F804376B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474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096E-700D-6895-B75B-241F29D63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4A615-045A-55D9-FE5C-6BD589169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BC9CF-5FCD-203F-0EAD-153719EA2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983643-0F67-9E19-2EB5-F99ACD25E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004374-2FFD-0254-3396-603ED338E7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592D2-335C-9524-D949-0C74575D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EE7-529B-46EA-95E4-99371AED8DF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C09BCE-8233-B6F5-1EE1-FCDE348D2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96AAE8-8737-B82A-6D0F-27FD7C84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9940-4616-48B3-975D-2F804376B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021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5A0A-050E-B056-8484-5C270853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2D72B-C1F6-F779-8854-608B22173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EE7-529B-46EA-95E4-99371AED8DF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9FB42-B1AB-F7E0-792A-6413F059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F7DF02-9776-568D-B15F-090516EDC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9940-4616-48B3-975D-2F804376B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486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AB0D7-D31C-DDE2-72B2-A4301AFE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EE7-529B-46EA-95E4-99371AED8DF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63BB0B-6CE7-A83B-825A-264EF82D8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9F504-AFDE-920E-F6ED-5CD0DD16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9940-4616-48B3-975D-2F804376B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0064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77D5-034C-D792-C517-E24AEDE9D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5699B-2E30-DFD0-7F31-7B23C3A36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034623-1DF5-AE9A-68F1-56CB74683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A6910-EA99-E088-97BB-32AA2D2C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EE7-529B-46EA-95E4-99371AED8DF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863ED-320A-652F-B6F8-0FF891F90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58EE9-96D3-0B49-84D2-49DBCE68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9940-4616-48B3-975D-2F804376B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9047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547E9-68C5-00F0-DBBD-9CBE2E8F3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445CA-B40E-CCB6-5F6E-B36EE542ED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F4DCE-58F4-3860-D44D-FB1EC44C0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7491A-E515-5B3E-3179-CB9D2D338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EE7-529B-46EA-95E4-99371AED8DF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B73E52-380B-3091-E936-0078107A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B23E5-B2C2-8012-C1F0-48A8282A5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9940-4616-48B3-975D-2F804376B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3977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6842C-DCA1-47F2-392C-FD6B49A3E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C9538-9771-0A64-0623-C329DEC83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654FD-C2A9-92E4-FDAC-340039CE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EE7-529B-46EA-95E4-99371AED8DF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5EA8D-A4E2-6ACB-003F-D57B6B62F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B6B04-AB4F-43BC-C086-A3D6DFBD2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9940-4616-48B3-975D-2F804376B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3036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D76E4-FDC5-A738-6391-0EB825F837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ED212-B86B-1D0D-D4AF-6290D6FA8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6FC4F-6525-95E8-D2EB-707B1FA5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EE7-529B-46EA-95E4-99371AED8DF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F5F8A-C02F-0C0E-A003-A6CCA5CB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EBD92-7F3F-B53D-E23E-9188AC14C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9940-4616-48B3-975D-2F804376B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86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898A0-B2BC-B6BC-4269-2CB421EAA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8A126-D581-30A7-368C-BA1AD3DD7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05995-E7D4-F26E-E67B-D12C125B1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78EE7-529B-46EA-95E4-99371AED8DF6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AD39A-631B-6BB5-AE71-CF61C3054C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D2045-D20C-BDDE-E366-27A096550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19940-4616-48B3-975D-2F804376B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314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54603-A5E0-7B24-CCC0-9B56161B5A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4915B-C1C7-A3F0-B2FF-376C3DBF1F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62DE37-A879-51C7-9AEE-5D1742156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3887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60870-B337-F6F0-62E1-399F08BF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7604C-7B73-EB2D-4D00-EAF9E287F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4B3EDA-94D0-5594-2402-3ABC0A1C6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1484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6BC41-635C-94FC-63F6-C50EC70AE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53BCF2-1246-7DDC-6D0D-621FD7847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0542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9453-7213-E656-F8B9-EE1DB620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E9804-AED5-836A-986D-981EE8A76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A15CF-8AE2-E437-D663-4F5B088E2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055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6B500-196A-29E3-C311-E87BAD8CC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9ED97-E53F-8718-9BEC-624765FE3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7C7086-C0F7-D156-84C0-94C242672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9187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54024-4598-83FE-5778-0C119D52A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73CBA-6264-E772-2C78-A8C196A53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E1117-2696-D200-7CB1-027078279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045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503D-B04D-8D30-4D7D-53542316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F27A4-B3E6-1118-2C09-F4049D4B4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0F3F7B-9A52-931B-1E31-B2988AFFC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944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85EA5-2825-1598-8E79-81D7BE61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AD456F-FC89-5C7B-FBE8-5DEEC0256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28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1EFE0-0AE7-458B-7903-F03707622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32DB2-1735-88A0-C915-9A65E1149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E329D-7753-F6FD-0A67-4E7D5330D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9969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1D35E-2098-5D28-BCA3-0BB3C2089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0C3A5-1632-A8BD-8BBB-D0B57835E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8E415-7EC2-BDA2-A45A-06067AE7E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41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8C3F-764E-C264-AAAC-4682D17CF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56EAA-00E6-3677-55C4-176063BD0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31D49-7313-1D17-23D5-5C8BD4964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94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8739-718C-BBF1-8E14-87D116735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04668-BAF8-7ECC-19C6-59874B7A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41D8D-06E4-D1A2-40EE-8EE34F321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744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Anupam Das</dc:creator>
  <cp:lastModifiedBy>Anupam Das</cp:lastModifiedBy>
  <cp:revision>3</cp:revision>
  <dcterms:created xsi:type="dcterms:W3CDTF">2026-09-02T14:54:38Z</dcterms:created>
  <dcterms:modified xsi:type="dcterms:W3CDTF">2026-09-03T07:20:02Z</dcterms:modified>
</cp:coreProperties>
</file>